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12e58885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12e58885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12e58885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12e58885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12e58885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12e58885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12e58885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12e58885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12e58885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12e58885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12e58885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12e58885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12e58885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12e58885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12e58885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12e58885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12e58885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12e58885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12e58885b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12e58885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12e58885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12e58885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12e58885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12e58885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12e58885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12e58885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12e58885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b12e58885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12e58885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12e58885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pro-football-reference.com/years/2023/passing.ht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NFL Passing Offense Performance Study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Pradhan Kolli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4"/>
          <p:cNvGrpSpPr/>
          <p:nvPr/>
        </p:nvGrpSpPr>
        <p:grpSpPr>
          <a:xfrm>
            <a:off x="365438" y="863550"/>
            <a:ext cx="2628925" cy="3416400"/>
            <a:chOff x="431925" y="1304875"/>
            <a:chExt cx="2628925" cy="3416400"/>
          </a:xfrm>
        </p:grpSpPr>
        <p:sp>
          <p:nvSpPr>
            <p:cNvPr id="92" name="Google Shape;92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4"/>
          <p:cNvSpPr txBox="1"/>
          <p:nvPr>
            <p:ph idx="4294967295" type="body"/>
          </p:nvPr>
        </p:nvSpPr>
        <p:spPr>
          <a:xfrm>
            <a:off x="439938" y="863550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Key Question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5" name="Google Shape;95;p14"/>
          <p:cNvSpPr txBox="1"/>
          <p:nvPr>
            <p:ph idx="4294967295" type="body"/>
          </p:nvPr>
        </p:nvSpPr>
        <p:spPr>
          <a:xfrm>
            <a:off x="441838" y="1408975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How do passing-related statistics influence team success in the NFL?</a:t>
            </a:r>
            <a:endParaRPr sz="1600"/>
          </a:p>
        </p:txBody>
      </p:sp>
      <p:grpSp>
        <p:nvGrpSpPr>
          <p:cNvPr id="96" name="Google Shape;96;p14"/>
          <p:cNvGrpSpPr/>
          <p:nvPr/>
        </p:nvGrpSpPr>
        <p:grpSpPr>
          <a:xfrm>
            <a:off x="3253963" y="863550"/>
            <a:ext cx="2632500" cy="3416400"/>
            <a:chOff x="3320450" y="1304875"/>
            <a:chExt cx="2632500" cy="3416400"/>
          </a:xfrm>
        </p:grpSpPr>
        <p:sp>
          <p:nvSpPr>
            <p:cNvPr id="97" name="Google Shape;97;p1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14"/>
          <p:cNvSpPr txBox="1"/>
          <p:nvPr>
            <p:ph idx="4294967295" type="body"/>
          </p:nvPr>
        </p:nvSpPr>
        <p:spPr>
          <a:xfrm>
            <a:off x="3322963" y="863550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Purpose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0" name="Google Shape;100;p14"/>
          <p:cNvSpPr txBox="1"/>
          <p:nvPr>
            <p:ph idx="4294967295" type="body"/>
          </p:nvPr>
        </p:nvSpPr>
        <p:spPr>
          <a:xfrm>
            <a:off x="3330288" y="1408975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Do common passing metrics such as yards, touchdowns, interceptions, and sacks meaningfully predict offensive effectiveness and wins?</a:t>
            </a:r>
            <a:endParaRPr sz="16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6146063" y="863550"/>
            <a:ext cx="2632500" cy="3416400"/>
            <a:chOff x="6212550" y="1304875"/>
            <a:chExt cx="2632500" cy="3416400"/>
          </a:xfrm>
        </p:grpSpPr>
        <p:sp>
          <p:nvSpPr>
            <p:cNvPr id="102" name="Google Shape;102;p1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14"/>
          <p:cNvSpPr txBox="1"/>
          <p:nvPr>
            <p:ph idx="4294967295" type="body"/>
          </p:nvPr>
        </p:nvSpPr>
        <p:spPr>
          <a:xfrm>
            <a:off x="6205988" y="863550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Who Benefits?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p14"/>
          <p:cNvSpPr txBox="1"/>
          <p:nvPr>
            <p:ph idx="4294967295" type="body"/>
          </p:nvPr>
        </p:nvSpPr>
        <p:spPr>
          <a:xfrm>
            <a:off x="6219913" y="1408975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NFL teams and front offices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Coaches and offensive coordinators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Analysts and sports data scientists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Fans interested in advanced football analytics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Data Preparation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15"/>
          <p:cNvSpPr txBox="1"/>
          <p:nvPr>
            <p:ph idx="4294967295" type="body"/>
          </p:nvPr>
        </p:nvSpPr>
        <p:spPr>
          <a:xfrm>
            <a:off x="4323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Found a CSV from Pro Football Reference:</a:t>
            </a:r>
            <a:br>
              <a:rPr lang="en" sz="1600"/>
            </a:br>
            <a:r>
              <a:rPr lang="en" sz="1600" u="sng">
                <a:solidFill>
                  <a:schemeClr val="hlink"/>
                </a:solidFill>
                <a:hlinkClick r:id="rId3"/>
              </a:rPr>
              <a:t>Passing 2023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Cleaned Data and saved it to a CSV</a:t>
            </a:r>
            <a:endParaRPr sz="1600"/>
          </a:p>
        </p:txBody>
      </p:sp>
      <p:sp>
        <p:nvSpPr>
          <p:cNvPr id="114" name="Google Shape;114;p15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Feature Selection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15"/>
          <p:cNvSpPr txBox="1"/>
          <p:nvPr>
            <p:ph idx="4294967295" type="body"/>
          </p:nvPr>
        </p:nvSpPr>
        <p:spPr>
          <a:xfrm>
            <a:off x="333614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Selected key passing metrics: 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600"/>
              <a:t>passing yards, passing touchdowns, interception percentage, sack percentage, Total QBR, and team wins</a:t>
            </a:r>
            <a:endParaRPr sz="1600"/>
          </a:p>
        </p:txBody>
      </p:sp>
      <p:sp>
        <p:nvSpPr>
          <p:cNvPr id="117" name="Google Shape;117;p15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 txBox="1"/>
          <p:nvPr>
            <p:ph idx="4294967295" type="body"/>
          </p:nvPr>
        </p:nvSpPr>
        <p:spPr>
          <a:xfrm>
            <a:off x="6254233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Analysis Approach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9" name="Google Shape;119;p15"/>
          <p:cNvSpPr txBox="1"/>
          <p:nvPr>
            <p:ph idx="4294967295" type="body"/>
          </p:nvPr>
        </p:nvSpPr>
        <p:spPr>
          <a:xfrm>
            <a:off x="625422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Ranked teams to identify top performers in passing production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Used correlation analysis to measure relationships between passing metrics and team success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</a:t>
            </a:r>
            <a:endParaRPr/>
          </a:p>
        </p:txBody>
      </p:sp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200" y="1229875"/>
            <a:ext cx="5516601" cy="31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9100" y="410000"/>
            <a:ext cx="2743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250" y="594850"/>
            <a:ext cx="7807500" cy="395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425" y="420550"/>
            <a:ext cx="7453150" cy="43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50" y="457200"/>
            <a:ext cx="7429500" cy="42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077" y="251763"/>
            <a:ext cx="7989850" cy="463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301" y="416751"/>
            <a:ext cx="8095401" cy="43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Passing Volume vs. Success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</a:rPr>
              <a:t>Teams with high passing yardage establish a strong offensive baseline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</a:rPr>
              <a:t>Yardage alone does not guarantee winning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Touchdowns and Wins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</a:rPr>
              <a:t>Clear positive correlation between passing touchdowns and team wins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</a:rPr>
              <a:t>Scoring efficiency matters more than raw production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(cont.)</a:t>
            </a:r>
            <a:endParaRPr/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Interceptions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</a:rPr>
              <a:t>Strong negative correlation between interception percentage and passer rating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</a:rPr>
              <a:t>Turnovers significantly reduce offensive efficiency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Sacks and QBR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</a:rPr>
              <a:t>Higher sack percentages correlate with lower Total QBR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</a:rPr>
              <a:t>Protection and pocket awareness are critical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</a:rPr>
              <a:t>Passing efficiency outweighs passing volume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</a:rPr>
              <a:t>T</a:t>
            </a:r>
            <a:r>
              <a:rPr lang="en" sz="1700">
                <a:solidFill>
                  <a:schemeClr val="dk1"/>
                </a:solidFill>
              </a:rPr>
              <a:t>ouchdowns are more predictive of wins than yards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</a:rPr>
              <a:t>Interceptions and sacks significantly harm quarterback performance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86" name="Google Shape;186;p2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Incorporate defensive metrics to control for opponent strength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Expand analysis across multiple seasons to identify long-term trends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Analyze situational performance by down, distance, and red-zone efficiency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Appendices</a:t>
            </a:r>
            <a:endParaRPr/>
          </a:p>
        </p:txBody>
      </p:sp>
      <p:sp>
        <p:nvSpPr>
          <p:cNvPr id="192" name="Google Shape;192;p2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Graph 1:</a:t>
            </a:r>
            <a:endParaRPr/>
          </a:p>
        </p:txBody>
      </p:sp>
      <p:pic>
        <p:nvPicPr>
          <p:cNvPr id="193" name="Google Shape;19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4975" y="1229875"/>
            <a:ext cx="6419850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Appendices</a:t>
            </a:r>
            <a:endParaRPr/>
          </a:p>
        </p:txBody>
      </p:sp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Graph 2:</a:t>
            </a:r>
            <a:endParaRPr/>
          </a:p>
        </p:txBody>
      </p:sp>
      <p:pic>
        <p:nvPicPr>
          <p:cNvPr id="200" name="Google Shape;20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4613" y="1173200"/>
            <a:ext cx="7172325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Appendices</a:t>
            </a:r>
            <a:endParaRPr/>
          </a:p>
        </p:txBody>
      </p:sp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Graph 3:</a:t>
            </a:r>
            <a:endParaRPr/>
          </a:p>
        </p:txBody>
      </p:sp>
      <p:pic>
        <p:nvPicPr>
          <p:cNvPr id="207" name="Google Shape;20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200" y="1188050"/>
            <a:ext cx="63627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Appendices</a:t>
            </a:r>
            <a:endParaRPr/>
          </a:p>
        </p:txBody>
      </p:sp>
      <p:sp>
        <p:nvSpPr>
          <p:cNvPr id="213" name="Google Shape;213;p3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Graph 4:</a:t>
            </a:r>
            <a:endParaRPr/>
          </a:p>
        </p:txBody>
      </p:sp>
      <p:pic>
        <p:nvPicPr>
          <p:cNvPr id="214" name="Google Shape;21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288" y="2111425"/>
            <a:ext cx="7953375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Appendices</a:t>
            </a:r>
            <a:endParaRPr/>
          </a:p>
        </p:txBody>
      </p:sp>
      <p:sp>
        <p:nvSpPr>
          <p:cNvPr id="220" name="Google Shape;220;p3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Graph 5:</a:t>
            </a:r>
            <a:endParaRPr/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313" y="2283625"/>
            <a:ext cx="7762875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